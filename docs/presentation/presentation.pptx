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6" d="100"/>
          <a:sy n="216" d="100"/>
        </p:scale>
        <p:origin x="2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9085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github.com/cohenrus/atmega328p-emulato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hlinkClick r:id="rId4"/>
            <a:extLst>
              <a:ext uri="{FF2B5EF4-FFF2-40B4-BE49-F238E27FC236}">
                <a16:creationId xmlns:a16="http://schemas.microsoft.com/office/drawing/2014/main" id="{45C4341D-A1C8-5502-6E65-7EF0899AF1B3}"/>
              </a:ext>
            </a:extLst>
          </p:cNvPr>
          <p:cNvSpPr txBox="1"/>
          <p:nvPr/>
        </p:nvSpPr>
        <p:spPr>
          <a:xfrm>
            <a:off x="663071" y="4012342"/>
            <a:ext cx="440647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cohenrus</a:t>
            </a:r>
            <a:r>
              <a:rPr lang="en-US" dirty="0"/>
              <a:t>/atmega328p-emulator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</Words>
  <Application>Microsoft Macintosh PowerPoint</Application>
  <PresentationFormat>Widescreen</PresentationFormat>
  <Paragraphs>13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Questions?</dc:title>
  <dc:subject>PptxGenJS Presentation</dc:subject>
  <dc:creator>Created by Marp</dc:creator>
  <cp:lastModifiedBy>Russell, Cohen</cp:lastModifiedBy>
  <cp:revision>2</cp:revision>
  <dcterms:created xsi:type="dcterms:W3CDTF">2026-06-09T05:03:13Z</dcterms:created>
  <dcterms:modified xsi:type="dcterms:W3CDTF">2026-06-09T05:07:02Z</dcterms:modified>
</cp:coreProperties>
</file>